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áo cáo" id="{da9e93f1-3b14-555a-fb5e-6c0cb8bf2c15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Số phiếu mượn theo tình trạng (tổng 4 phiếu)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Số phiếu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bubble3D val="0"/>
            <c:spPr>
              <a:solidFill>
                <a:srgbClr val="A7BEA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Đang mượn</c:v>
                </c:pt>
                <c:pt idx="1">
                  <c:v>Quá hạn</c:v>
                </c:pt>
                <c:pt idx="2">
                  <c:v>Đã trả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600">
              <a:solidFill>
                <a:srgbClr val="1B2A4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10/20/30: đây là slide 1/10 (10% tổng số slide). Thời gian dự kiến 2 phút (tổng bài 20 phút). Thông điệp: 3/4 phiếu mượn tháng 10 chưa trả, 1 phiếu quá hạn (SV002 - Trần Thị Bình). Dữ liệu đã chuẩn hóa (không merge, không hàng trống, tổng nằm ngoài vùng dữ liệu) và nối VLOOKUP + IFERROR; phiếu S099 báo 'Không tìm thấy sách'.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3/4 phiếu mượn tháng 10 chưa được trả, trong đó 1 phiếu đã quá hạn</a:t>
            </a:r>
            <a:endParaRPr lang="en-US" sz="3000" dirty="0"/>
          </a:p>
        </p:txBody>
      </p:sp>
      <p:sp>
        <p:nvSpPr>
          <p:cNvPr id="3" name="Stat card"/>
          <p:cNvSpPr/>
          <p:nvPr/>
        </p:nvSpPr>
        <p:spPr>
          <a:xfrm>
            <a:off x="457200" y="1691640"/>
            <a:ext cx="338328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/>
        </p:spPr>
      </p:sp>
      <p:sp>
        <p:nvSpPr>
          <p:cNvPr id="4" name="Stat number"/>
          <p:cNvSpPr txBox="1"/>
          <p:nvPr/>
        </p:nvSpPr>
        <p:spPr>
          <a:xfrm>
            <a:off x="457200" y="18288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75%</a:t>
            </a:r>
            <a:endParaRPr lang="en-US" sz="8000" dirty="0"/>
          </a:p>
        </p:txBody>
      </p:sp>
      <p:sp>
        <p:nvSpPr>
          <p:cNvPr id="5" name="Stat label"/>
          <p:cNvSpPr txBox="1"/>
          <p:nvPr/>
        </p:nvSpPr>
        <p:spPr>
          <a:xfrm>
            <a:off x="45720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phiếu chưa trả</a:t>
            </a:r>
            <a:endParaRPr lang="en-US" sz="2400" dirty="0"/>
          </a:p>
        </p:txBody>
      </p:sp>
      <p:sp>
        <p:nvSpPr>
          <p:cNvPr id="6" name="Stat detail"/>
          <p:cNvSpPr txBox="1"/>
          <p:nvPr/>
        </p:nvSpPr>
        <p:spPr>
          <a:xfrm>
            <a:off x="64008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trên 4 phiếu (2 đang mượn + 1 quá hạn)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206240" y="1600200"/>
          <a:ext cx="44805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Note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Lưu ý: phiếu mã S099 chưa có trong danh mục sách → cần bổ sung vào DanhMucSach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uVien">
  <a:themeElements>
    <a:clrScheme name="ThuVien">
      <a:dk1>
        <a:srgbClr val="1B2A41"/>
      </a:dk1>
      <a:lt1>
        <a:srgbClr val="FFFFFF"/>
      </a:lt1>
      <a:dk2>
        <a:srgbClr val="065A82"/>
      </a:dk2>
      <a:lt2>
        <a:srgbClr val="EAF2F6"/>
      </a:lt2>
      <a:accent1>
        <a:srgbClr val="1C7293"/>
      </a:accent1>
      <a:accent2>
        <a:srgbClr val="E4572E"/>
      </a:accent2>
      <a:accent3>
        <a:srgbClr val="A7BEAE"/>
      </a:accent3>
      <a:accent4>
        <a:srgbClr val="F2A541"/>
      </a:accent4>
      <a:accent5>
        <a:srgbClr val="21295C"/>
      </a:accent5>
      <a:accent6>
        <a:srgbClr val="6D6875"/>
      </a:accent6>
      <a:hlink>
        <a:srgbClr val="065A82"/>
      </a:hlink>
      <a:folHlink>
        <a:srgbClr val="6D6875"/>
      </a:folHlink>
    </a:clrScheme>
    <a:fontScheme name="ThuVi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 - Quản lý Thư viện Trường</dc:title>
  <dc:subject>PptxGenJS Presentation</dc:subject>
  <dc:creator>PptxGenJS</dc:creator>
  <cp:lastModifiedBy>PptxGenJS</cp:lastModifiedBy>
  <cp:revision>1</cp:revision>
  <dcterms:created xsi:type="dcterms:W3CDTF">2026-10-20T04:07:25Z</dcterms:created>
  <dcterms:modified xsi:type="dcterms:W3CDTF">2026-10-20T04:07:25Z</dcterms:modified>
</cp:coreProperties>
</file>